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16" r:id="rId1"/>
  </p:sldMasterIdLst>
  <p:sldIdLst>
    <p:sldId id="256" r:id="rId2"/>
    <p:sldId id="261" r:id="rId3"/>
    <p:sldId id="262" r:id="rId4"/>
    <p:sldId id="263" r:id="rId5"/>
    <p:sldId id="264" r:id="rId6"/>
  </p:sldIdLst>
  <p:sldSz cx="8999538" cy="12598400"/>
  <p:notesSz cx="9144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495" autoAdjust="0"/>
    <p:restoredTop sz="94660"/>
  </p:normalViewPr>
  <p:slideViewPr>
    <p:cSldViewPr snapToGrid="0">
      <p:cViewPr>
        <p:scale>
          <a:sx n="50" d="100"/>
          <a:sy n="50" d="100"/>
        </p:scale>
        <p:origin x="3618" y="3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74966" y="2061822"/>
            <a:ext cx="7649607" cy="4386110"/>
          </a:xfrm>
        </p:spPr>
        <p:txBody>
          <a:bodyPr anchor="b"/>
          <a:lstStyle>
            <a:lvl1pPr algn="ctr">
              <a:defRPr sz="5905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24942" y="6617077"/>
            <a:ext cx="6749654" cy="3041696"/>
          </a:xfrm>
        </p:spPr>
        <p:txBody>
          <a:bodyPr/>
          <a:lstStyle>
            <a:lvl1pPr marL="0" indent="0" algn="ctr">
              <a:buNone/>
              <a:defRPr sz="2362"/>
            </a:lvl1pPr>
            <a:lvl2pPr marL="449976" indent="0" algn="ctr">
              <a:buNone/>
              <a:defRPr sz="1968"/>
            </a:lvl2pPr>
            <a:lvl3pPr marL="899952" indent="0" algn="ctr">
              <a:buNone/>
              <a:defRPr sz="1772"/>
            </a:lvl3pPr>
            <a:lvl4pPr marL="1349929" indent="0" algn="ctr">
              <a:buNone/>
              <a:defRPr sz="1575"/>
            </a:lvl4pPr>
            <a:lvl5pPr marL="1799905" indent="0" algn="ctr">
              <a:buNone/>
              <a:defRPr sz="1575"/>
            </a:lvl5pPr>
            <a:lvl6pPr marL="2249881" indent="0" algn="ctr">
              <a:buNone/>
              <a:defRPr sz="1575"/>
            </a:lvl6pPr>
            <a:lvl7pPr marL="2699857" indent="0" algn="ctr">
              <a:buNone/>
              <a:defRPr sz="1575"/>
            </a:lvl7pPr>
            <a:lvl8pPr marL="3149834" indent="0" algn="ctr">
              <a:buNone/>
              <a:defRPr sz="1575"/>
            </a:lvl8pPr>
            <a:lvl9pPr marL="3599810" indent="0" algn="ctr">
              <a:buNone/>
              <a:defRPr sz="1575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8E0F8B-3095-4CF9-9D8D-13D8CF138F2E}" type="datetimeFigureOut">
              <a:rPr lang="de-DE" smtClean="0"/>
              <a:t>04.02.2026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9B1A0-1B08-4C65-B77F-A843648CE7C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202451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8E0F8B-3095-4CF9-9D8D-13D8CF138F2E}" type="datetimeFigureOut">
              <a:rPr lang="de-DE" smtClean="0"/>
              <a:t>04.02.2026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9B1A0-1B08-4C65-B77F-A843648CE7C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657779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4031" y="3140855"/>
            <a:ext cx="7762102" cy="5240584"/>
          </a:xfrm>
        </p:spPr>
        <p:txBody>
          <a:bodyPr anchor="b"/>
          <a:lstStyle>
            <a:lvl1pPr>
              <a:defRPr sz="5905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14031" y="8431016"/>
            <a:ext cx="7762102" cy="2755899"/>
          </a:xfrm>
        </p:spPr>
        <p:txBody>
          <a:bodyPr/>
          <a:lstStyle>
            <a:lvl1pPr marL="0" indent="0">
              <a:buNone/>
              <a:defRPr sz="2362">
                <a:solidFill>
                  <a:schemeClr val="tx1">
                    <a:tint val="82000"/>
                  </a:schemeClr>
                </a:solidFill>
              </a:defRPr>
            </a:lvl1pPr>
            <a:lvl2pPr marL="449976" indent="0">
              <a:buNone/>
              <a:defRPr sz="1968">
                <a:solidFill>
                  <a:schemeClr val="tx1">
                    <a:tint val="82000"/>
                  </a:schemeClr>
                </a:solidFill>
              </a:defRPr>
            </a:lvl2pPr>
            <a:lvl3pPr marL="899952" indent="0">
              <a:buNone/>
              <a:defRPr sz="1772">
                <a:solidFill>
                  <a:schemeClr val="tx1">
                    <a:tint val="82000"/>
                  </a:schemeClr>
                </a:solidFill>
              </a:defRPr>
            </a:lvl3pPr>
            <a:lvl4pPr marL="1349929" indent="0">
              <a:buNone/>
              <a:defRPr sz="1575">
                <a:solidFill>
                  <a:schemeClr val="tx1">
                    <a:tint val="82000"/>
                  </a:schemeClr>
                </a:solidFill>
              </a:defRPr>
            </a:lvl4pPr>
            <a:lvl5pPr marL="1799905" indent="0">
              <a:buNone/>
              <a:defRPr sz="1575">
                <a:solidFill>
                  <a:schemeClr val="tx1">
                    <a:tint val="82000"/>
                  </a:schemeClr>
                </a:solidFill>
              </a:defRPr>
            </a:lvl5pPr>
            <a:lvl6pPr marL="2249881" indent="0">
              <a:buNone/>
              <a:defRPr sz="1575">
                <a:solidFill>
                  <a:schemeClr val="tx1">
                    <a:tint val="82000"/>
                  </a:schemeClr>
                </a:solidFill>
              </a:defRPr>
            </a:lvl6pPr>
            <a:lvl7pPr marL="2699857" indent="0">
              <a:buNone/>
              <a:defRPr sz="1575">
                <a:solidFill>
                  <a:schemeClr val="tx1">
                    <a:tint val="82000"/>
                  </a:schemeClr>
                </a:solidFill>
              </a:defRPr>
            </a:lvl7pPr>
            <a:lvl8pPr marL="3149834" indent="0">
              <a:buNone/>
              <a:defRPr sz="1575">
                <a:solidFill>
                  <a:schemeClr val="tx1">
                    <a:tint val="82000"/>
                  </a:schemeClr>
                </a:solidFill>
              </a:defRPr>
            </a:lvl8pPr>
            <a:lvl9pPr marL="3599810" indent="0">
              <a:buNone/>
              <a:defRPr sz="1575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8E0F8B-3095-4CF9-9D8D-13D8CF138F2E}" type="datetimeFigureOut">
              <a:rPr lang="de-DE" smtClean="0"/>
              <a:t>04.02.2026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9B1A0-1B08-4C65-B77F-A843648CE7C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804796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18718" y="3353741"/>
            <a:ext cx="3824804" cy="7993569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56016" y="3353741"/>
            <a:ext cx="3824804" cy="7993569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8E0F8B-3095-4CF9-9D8D-13D8CF138F2E}" type="datetimeFigureOut">
              <a:rPr lang="de-DE" smtClean="0"/>
              <a:t>04.02.2026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9B1A0-1B08-4C65-B77F-A843648CE7C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357968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9890" y="670751"/>
            <a:ext cx="7762102" cy="2435108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19891" y="3088359"/>
            <a:ext cx="3807226" cy="1513557"/>
          </a:xfrm>
        </p:spPr>
        <p:txBody>
          <a:bodyPr anchor="b"/>
          <a:lstStyle>
            <a:lvl1pPr marL="0" indent="0">
              <a:buNone/>
              <a:defRPr sz="2362" b="1"/>
            </a:lvl1pPr>
            <a:lvl2pPr marL="449976" indent="0">
              <a:buNone/>
              <a:defRPr sz="1968" b="1"/>
            </a:lvl2pPr>
            <a:lvl3pPr marL="899952" indent="0">
              <a:buNone/>
              <a:defRPr sz="1772" b="1"/>
            </a:lvl3pPr>
            <a:lvl4pPr marL="1349929" indent="0">
              <a:buNone/>
              <a:defRPr sz="1575" b="1"/>
            </a:lvl4pPr>
            <a:lvl5pPr marL="1799905" indent="0">
              <a:buNone/>
              <a:defRPr sz="1575" b="1"/>
            </a:lvl5pPr>
            <a:lvl6pPr marL="2249881" indent="0">
              <a:buNone/>
              <a:defRPr sz="1575" b="1"/>
            </a:lvl6pPr>
            <a:lvl7pPr marL="2699857" indent="0">
              <a:buNone/>
              <a:defRPr sz="1575" b="1"/>
            </a:lvl7pPr>
            <a:lvl8pPr marL="3149834" indent="0">
              <a:buNone/>
              <a:defRPr sz="1575" b="1"/>
            </a:lvl8pPr>
            <a:lvl9pPr marL="3599810" indent="0">
              <a:buNone/>
              <a:defRPr sz="1575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891" y="4601915"/>
            <a:ext cx="3807226" cy="676872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56017" y="3088359"/>
            <a:ext cx="3825976" cy="1513557"/>
          </a:xfrm>
        </p:spPr>
        <p:txBody>
          <a:bodyPr anchor="b"/>
          <a:lstStyle>
            <a:lvl1pPr marL="0" indent="0">
              <a:buNone/>
              <a:defRPr sz="2362" b="1"/>
            </a:lvl1pPr>
            <a:lvl2pPr marL="449976" indent="0">
              <a:buNone/>
              <a:defRPr sz="1968" b="1"/>
            </a:lvl2pPr>
            <a:lvl3pPr marL="899952" indent="0">
              <a:buNone/>
              <a:defRPr sz="1772" b="1"/>
            </a:lvl3pPr>
            <a:lvl4pPr marL="1349929" indent="0">
              <a:buNone/>
              <a:defRPr sz="1575" b="1"/>
            </a:lvl4pPr>
            <a:lvl5pPr marL="1799905" indent="0">
              <a:buNone/>
              <a:defRPr sz="1575" b="1"/>
            </a:lvl5pPr>
            <a:lvl6pPr marL="2249881" indent="0">
              <a:buNone/>
              <a:defRPr sz="1575" b="1"/>
            </a:lvl6pPr>
            <a:lvl7pPr marL="2699857" indent="0">
              <a:buNone/>
              <a:defRPr sz="1575" b="1"/>
            </a:lvl7pPr>
            <a:lvl8pPr marL="3149834" indent="0">
              <a:buNone/>
              <a:defRPr sz="1575" b="1"/>
            </a:lvl8pPr>
            <a:lvl9pPr marL="3599810" indent="0">
              <a:buNone/>
              <a:defRPr sz="1575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556017" y="4601915"/>
            <a:ext cx="3825976" cy="676872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8E0F8B-3095-4CF9-9D8D-13D8CF138F2E}" type="datetimeFigureOut">
              <a:rPr lang="de-DE" smtClean="0"/>
              <a:t>04.02.2026</a:t>
            </a:fld>
            <a:endParaRPr lang="de-D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9B1A0-1B08-4C65-B77F-A843648CE7C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462418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8E0F8B-3095-4CF9-9D8D-13D8CF138F2E}" type="datetimeFigureOut">
              <a:rPr lang="de-DE" smtClean="0"/>
              <a:t>04.02.2026</a:t>
            </a:fld>
            <a:endParaRPr lang="de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9B1A0-1B08-4C65-B77F-A843648CE7C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387744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8E0F8B-3095-4CF9-9D8D-13D8CF138F2E}" type="datetimeFigureOut">
              <a:rPr lang="de-DE" smtClean="0"/>
              <a:t>04.02.2026</a:t>
            </a:fld>
            <a:endParaRPr lang="de-D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9B1A0-1B08-4C65-B77F-A843648CE7C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784982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9891" y="839893"/>
            <a:ext cx="2902585" cy="2939627"/>
          </a:xfrm>
        </p:spPr>
        <p:txBody>
          <a:bodyPr anchor="b"/>
          <a:lstStyle>
            <a:lvl1pPr>
              <a:defRPr sz="3149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25976" y="1813939"/>
            <a:ext cx="4556016" cy="8953030"/>
          </a:xfrm>
        </p:spPr>
        <p:txBody>
          <a:bodyPr/>
          <a:lstStyle>
            <a:lvl1pPr>
              <a:defRPr sz="3149"/>
            </a:lvl1pPr>
            <a:lvl2pPr>
              <a:defRPr sz="2756"/>
            </a:lvl2pPr>
            <a:lvl3pPr>
              <a:defRPr sz="2362"/>
            </a:lvl3pPr>
            <a:lvl4pPr>
              <a:defRPr sz="1968"/>
            </a:lvl4pPr>
            <a:lvl5pPr>
              <a:defRPr sz="1968"/>
            </a:lvl5pPr>
            <a:lvl6pPr>
              <a:defRPr sz="1968"/>
            </a:lvl6pPr>
            <a:lvl7pPr>
              <a:defRPr sz="1968"/>
            </a:lvl7pPr>
            <a:lvl8pPr>
              <a:defRPr sz="1968"/>
            </a:lvl8pPr>
            <a:lvl9pPr>
              <a:defRPr sz="1968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19891" y="3779520"/>
            <a:ext cx="2902585" cy="7002028"/>
          </a:xfrm>
        </p:spPr>
        <p:txBody>
          <a:bodyPr/>
          <a:lstStyle>
            <a:lvl1pPr marL="0" indent="0">
              <a:buNone/>
              <a:defRPr sz="1575"/>
            </a:lvl1pPr>
            <a:lvl2pPr marL="449976" indent="0">
              <a:buNone/>
              <a:defRPr sz="1378"/>
            </a:lvl2pPr>
            <a:lvl3pPr marL="899952" indent="0">
              <a:buNone/>
              <a:defRPr sz="1181"/>
            </a:lvl3pPr>
            <a:lvl4pPr marL="1349929" indent="0">
              <a:buNone/>
              <a:defRPr sz="984"/>
            </a:lvl4pPr>
            <a:lvl5pPr marL="1799905" indent="0">
              <a:buNone/>
              <a:defRPr sz="984"/>
            </a:lvl5pPr>
            <a:lvl6pPr marL="2249881" indent="0">
              <a:buNone/>
              <a:defRPr sz="984"/>
            </a:lvl6pPr>
            <a:lvl7pPr marL="2699857" indent="0">
              <a:buNone/>
              <a:defRPr sz="984"/>
            </a:lvl7pPr>
            <a:lvl8pPr marL="3149834" indent="0">
              <a:buNone/>
              <a:defRPr sz="984"/>
            </a:lvl8pPr>
            <a:lvl9pPr marL="3599810" indent="0">
              <a:buNone/>
              <a:defRPr sz="984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8E0F8B-3095-4CF9-9D8D-13D8CF138F2E}" type="datetimeFigureOut">
              <a:rPr lang="de-DE" smtClean="0"/>
              <a:t>04.02.2026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9B1A0-1B08-4C65-B77F-A843648CE7C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667505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9891" y="839893"/>
            <a:ext cx="2902585" cy="2939627"/>
          </a:xfrm>
        </p:spPr>
        <p:txBody>
          <a:bodyPr anchor="b"/>
          <a:lstStyle>
            <a:lvl1pPr>
              <a:defRPr sz="3149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25976" y="1813939"/>
            <a:ext cx="4556016" cy="8953030"/>
          </a:xfrm>
        </p:spPr>
        <p:txBody>
          <a:bodyPr anchor="t"/>
          <a:lstStyle>
            <a:lvl1pPr marL="0" indent="0">
              <a:buNone/>
              <a:defRPr sz="3149"/>
            </a:lvl1pPr>
            <a:lvl2pPr marL="449976" indent="0">
              <a:buNone/>
              <a:defRPr sz="2756"/>
            </a:lvl2pPr>
            <a:lvl3pPr marL="899952" indent="0">
              <a:buNone/>
              <a:defRPr sz="2362"/>
            </a:lvl3pPr>
            <a:lvl4pPr marL="1349929" indent="0">
              <a:buNone/>
              <a:defRPr sz="1968"/>
            </a:lvl4pPr>
            <a:lvl5pPr marL="1799905" indent="0">
              <a:buNone/>
              <a:defRPr sz="1968"/>
            </a:lvl5pPr>
            <a:lvl6pPr marL="2249881" indent="0">
              <a:buNone/>
              <a:defRPr sz="1968"/>
            </a:lvl6pPr>
            <a:lvl7pPr marL="2699857" indent="0">
              <a:buNone/>
              <a:defRPr sz="1968"/>
            </a:lvl7pPr>
            <a:lvl8pPr marL="3149834" indent="0">
              <a:buNone/>
              <a:defRPr sz="1968"/>
            </a:lvl8pPr>
            <a:lvl9pPr marL="3599810" indent="0">
              <a:buNone/>
              <a:defRPr sz="1968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19891" y="3779520"/>
            <a:ext cx="2902585" cy="7002028"/>
          </a:xfrm>
        </p:spPr>
        <p:txBody>
          <a:bodyPr/>
          <a:lstStyle>
            <a:lvl1pPr marL="0" indent="0">
              <a:buNone/>
              <a:defRPr sz="1575"/>
            </a:lvl1pPr>
            <a:lvl2pPr marL="449976" indent="0">
              <a:buNone/>
              <a:defRPr sz="1378"/>
            </a:lvl2pPr>
            <a:lvl3pPr marL="899952" indent="0">
              <a:buNone/>
              <a:defRPr sz="1181"/>
            </a:lvl3pPr>
            <a:lvl4pPr marL="1349929" indent="0">
              <a:buNone/>
              <a:defRPr sz="984"/>
            </a:lvl4pPr>
            <a:lvl5pPr marL="1799905" indent="0">
              <a:buNone/>
              <a:defRPr sz="984"/>
            </a:lvl5pPr>
            <a:lvl6pPr marL="2249881" indent="0">
              <a:buNone/>
              <a:defRPr sz="984"/>
            </a:lvl6pPr>
            <a:lvl7pPr marL="2699857" indent="0">
              <a:buNone/>
              <a:defRPr sz="984"/>
            </a:lvl7pPr>
            <a:lvl8pPr marL="3149834" indent="0">
              <a:buNone/>
              <a:defRPr sz="984"/>
            </a:lvl8pPr>
            <a:lvl9pPr marL="3599810" indent="0">
              <a:buNone/>
              <a:defRPr sz="984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8E0F8B-3095-4CF9-9D8D-13D8CF138F2E}" type="datetimeFigureOut">
              <a:rPr lang="de-DE" smtClean="0"/>
              <a:t>04.02.2026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9B1A0-1B08-4C65-B77F-A843648CE7C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726964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8E0F8B-3095-4CF9-9D8D-13D8CF138F2E}" type="datetimeFigureOut">
              <a:rPr lang="de-DE" smtClean="0"/>
              <a:t>04.02.2026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9B1A0-1B08-4C65-B77F-A843648CE7C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554707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440295" y="670748"/>
            <a:ext cx="1940525" cy="10676562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18719" y="670748"/>
            <a:ext cx="5709082" cy="10676562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8E0F8B-3095-4CF9-9D8D-13D8CF138F2E}" type="datetimeFigureOut">
              <a:rPr lang="de-DE" smtClean="0"/>
              <a:t>04.02.2026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9B1A0-1B08-4C65-B77F-A843648CE7C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37894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18718" y="670751"/>
            <a:ext cx="7762102" cy="243510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18718" y="3353741"/>
            <a:ext cx="7762102" cy="799356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18718" y="11676853"/>
            <a:ext cx="2024896" cy="67074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81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08E0F8B-3095-4CF9-9D8D-13D8CF138F2E}" type="datetimeFigureOut">
              <a:rPr lang="de-DE" smtClean="0"/>
              <a:t>04.02.2026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981097" y="11676853"/>
            <a:ext cx="3037344" cy="67074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81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355924" y="11676853"/>
            <a:ext cx="2024896" cy="67074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81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F99B1A0-1B08-4C65-B77F-A843648CE7C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607268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7" r:id="rId1"/>
    <p:sldLayoutId id="2147483818" r:id="rId2"/>
    <p:sldLayoutId id="2147483819" r:id="rId3"/>
    <p:sldLayoutId id="2147483820" r:id="rId4"/>
    <p:sldLayoutId id="2147483821" r:id="rId5"/>
    <p:sldLayoutId id="2147483822" r:id="rId6"/>
    <p:sldLayoutId id="2147483823" r:id="rId7"/>
    <p:sldLayoutId id="2147483824" r:id="rId8"/>
    <p:sldLayoutId id="2147483825" r:id="rId9"/>
    <p:sldLayoutId id="2147483826" r:id="rId10"/>
    <p:sldLayoutId id="2147483827" r:id="rId11"/>
  </p:sldLayoutIdLst>
  <p:txStyles>
    <p:titleStyle>
      <a:lvl1pPr algn="l" defTabSz="899952" rtl="0" eaLnBrk="1" latinLnBrk="0" hangingPunct="1">
        <a:lnSpc>
          <a:spcPct val="90000"/>
        </a:lnSpc>
        <a:spcBef>
          <a:spcPct val="0"/>
        </a:spcBef>
        <a:buNone/>
        <a:defRPr sz="433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4988" indent="-224988" algn="l" defTabSz="899952" rtl="0" eaLnBrk="1" latinLnBrk="0" hangingPunct="1">
        <a:lnSpc>
          <a:spcPct val="90000"/>
        </a:lnSpc>
        <a:spcBef>
          <a:spcPts val="984"/>
        </a:spcBef>
        <a:buFont typeface="Arial" panose="020B0604020202020204" pitchFamily="34" charset="0"/>
        <a:buChar char="•"/>
        <a:defRPr sz="2756" kern="1200">
          <a:solidFill>
            <a:schemeClr val="tx1"/>
          </a:solidFill>
          <a:latin typeface="+mn-lt"/>
          <a:ea typeface="+mn-ea"/>
          <a:cs typeface="+mn-cs"/>
        </a:defRPr>
      </a:lvl1pPr>
      <a:lvl2pPr marL="674964" indent="-224988" algn="l" defTabSz="899952" rtl="0" eaLnBrk="1" latinLnBrk="0" hangingPunct="1">
        <a:lnSpc>
          <a:spcPct val="90000"/>
        </a:lnSpc>
        <a:spcBef>
          <a:spcPts val="492"/>
        </a:spcBef>
        <a:buFont typeface="Arial" panose="020B0604020202020204" pitchFamily="34" charset="0"/>
        <a:buChar char="•"/>
        <a:defRPr sz="2362" kern="1200">
          <a:solidFill>
            <a:schemeClr val="tx1"/>
          </a:solidFill>
          <a:latin typeface="+mn-lt"/>
          <a:ea typeface="+mn-ea"/>
          <a:cs typeface="+mn-cs"/>
        </a:defRPr>
      </a:lvl2pPr>
      <a:lvl3pPr marL="1124941" indent="-224988" algn="l" defTabSz="899952" rtl="0" eaLnBrk="1" latinLnBrk="0" hangingPunct="1">
        <a:lnSpc>
          <a:spcPct val="90000"/>
        </a:lnSpc>
        <a:spcBef>
          <a:spcPts val="492"/>
        </a:spcBef>
        <a:buFont typeface="Arial" panose="020B0604020202020204" pitchFamily="34" charset="0"/>
        <a:buChar char="•"/>
        <a:defRPr sz="1968" kern="1200">
          <a:solidFill>
            <a:schemeClr val="tx1"/>
          </a:solidFill>
          <a:latin typeface="+mn-lt"/>
          <a:ea typeface="+mn-ea"/>
          <a:cs typeface="+mn-cs"/>
        </a:defRPr>
      </a:lvl3pPr>
      <a:lvl4pPr marL="1574917" indent="-224988" algn="l" defTabSz="899952" rtl="0" eaLnBrk="1" latinLnBrk="0" hangingPunct="1">
        <a:lnSpc>
          <a:spcPct val="90000"/>
        </a:lnSpc>
        <a:spcBef>
          <a:spcPts val="492"/>
        </a:spcBef>
        <a:buFont typeface="Arial" panose="020B0604020202020204" pitchFamily="34" charset="0"/>
        <a:buChar char="•"/>
        <a:defRPr sz="1772" kern="1200">
          <a:solidFill>
            <a:schemeClr val="tx1"/>
          </a:solidFill>
          <a:latin typeface="+mn-lt"/>
          <a:ea typeface="+mn-ea"/>
          <a:cs typeface="+mn-cs"/>
        </a:defRPr>
      </a:lvl4pPr>
      <a:lvl5pPr marL="2024893" indent="-224988" algn="l" defTabSz="899952" rtl="0" eaLnBrk="1" latinLnBrk="0" hangingPunct="1">
        <a:lnSpc>
          <a:spcPct val="90000"/>
        </a:lnSpc>
        <a:spcBef>
          <a:spcPts val="492"/>
        </a:spcBef>
        <a:buFont typeface="Arial" panose="020B0604020202020204" pitchFamily="34" charset="0"/>
        <a:buChar char="•"/>
        <a:defRPr sz="1772" kern="1200">
          <a:solidFill>
            <a:schemeClr val="tx1"/>
          </a:solidFill>
          <a:latin typeface="+mn-lt"/>
          <a:ea typeface="+mn-ea"/>
          <a:cs typeface="+mn-cs"/>
        </a:defRPr>
      </a:lvl5pPr>
      <a:lvl6pPr marL="2474869" indent="-224988" algn="l" defTabSz="899952" rtl="0" eaLnBrk="1" latinLnBrk="0" hangingPunct="1">
        <a:lnSpc>
          <a:spcPct val="90000"/>
        </a:lnSpc>
        <a:spcBef>
          <a:spcPts val="492"/>
        </a:spcBef>
        <a:buFont typeface="Arial" panose="020B0604020202020204" pitchFamily="34" charset="0"/>
        <a:buChar char="•"/>
        <a:defRPr sz="1772" kern="1200">
          <a:solidFill>
            <a:schemeClr val="tx1"/>
          </a:solidFill>
          <a:latin typeface="+mn-lt"/>
          <a:ea typeface="+mn-ea"/>
          <a:cs typeface="+mn-cs"/>
        </a:defRPr>
      </a:lvl6pPr>
      <a:lvl7pPr marL="2924846" indent="-224988" algn="l" defTabSz="899952" rtl="0" eaLnBrk="1" latinLnBrk="0" hangingPunct="1">
        <a:lnSpc>
          <a:spcPct val="90000"/>
        </a:lnSpc>
        <a:spcBef>
          <a:spcPts val="492"/>
        </a:spcBef>
        <a:buFont typeface="Arial" panose="020B0604020202020204" pitchFamily="34" charset="0"/>
        <a:buChar char="•"/>
        <a:defRPr sz="1772" kern="1200">
          <a:solidFill>
            <a:schemeClr val="tx1"/>
          </a:solidFill>
          <a:latin typeface="+mn-lt"/>
          <a:ea typeface="+mn-ea"/>
          <a:cs typeface="+mn-cs"/>
        </a:defRPr>
      </a:lvl7pPr>
      <a:lvl8pPr marL="3374822" indent="-224988" algn="l" defTabSz="899952" rtl="0" eaLnBrk="1" latinLnBrk="0" hangingPunct="1">
        <a:lnSpc>
          <a:spcPct val="90000"/>
        </a:lnSpc>
        <a:spcBef>
          <a:spcPts val="492"/>
        </a:spcBef>
        <a:buFont typeface="Arial" panose="020B0604020202020204" pitchFamily="34" charset="0"/>
        <a:buChar char="•"/>
        <a:defRPr sz="1772" kern="1200">
          <a:solidFill>
            <a:schemeClr val="tx1"/>
          </a:solidFill>
          <a:latin typeface="+mn-lt"/>
          <a:ea typeface="+mn-ea"/>
          <a:cs typeface="+mn-cs"/>
        </a:defRPr>
      </a:lvl8pPr>
      <a:lvl9pPr marL="3824798" indent="-224988" algn="l" defTabSz="899952" rtl="0" eaLnBrk="1" latinLnBrk="0" hangingPunct="1">
        <a:lnSpc>
          <a:spcPct val="90000"/>
        </a:lnSpc>
        <a:spcBef>
          <a:spcPts val="492"/>
        </a:spcBef>
        <a:buFont typeface="Arial" panose="020B0604020202020204" pitchFamily="34" charset="0"/>
        <a:buChar char="•"/>
        <a:defRPr sz="177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99952" rtl="0" eaLnBrk="1" latinLnBrk="0" hangingPunct="1">
        <a:defRPr sz="1772" kern="1200">
          <a:solidFill>
            <a:schemeClr val="tx1"/>
          </a:solidFill>
          <a:latin typeface="+mn-lt"/>
          <a:ea typeface="+mn-ea"/>
          <a:cs typeface="+mn-cs"/>
        </a:defRPr>
      </a:lvl1pPr>
      <a:lvl2pPr marL="449976" algn="l" defTabSz="899952" rtl="0" eaLnBrk="1" latinLnBrk="0" hangingPunct="1">
        <a:defRPr sz="1772" kern="1200">
          <a:solidFill>
            <a:schemeClr val="tx1"/>
          </a:solidFill>
          <a:latin typeface="+mn-lt"/>
          <a:ea typeface="+mn-ea"/>
          <a:cs typeface="+mn-cs"/>
        </a:defRPr>
      </a:lvl2pPr>
      <a:lvl3pPr marL="899952" algn="l" defTabSz="899952" rtl="0" eaLnBrk="1" latinLnBrk="0" hangingPunct="1">
        <a:defRPr sz="1772" kern="1200">
          <a:solidFill>
            <a:schemeClr val="tx1"/>
          </a:solidFill>
          <a:latin typeface="+mn-lt"/>
          <a:ea typeface="+mn-ea"/>
          <a:cs typeface="+mn-cs"/>
        </a:defRPr>
      </a:lvl3pPr>
      <a:lvl4pPr marL="1349929" algn="l" defTabSz="899952" rtl="0" eaLnBrk="1" latinLnBrk="0" hangingPunct="1">
        <a:defRPr sz="1772" kern="1200">
          <a:solidFill>
            <a:schemeClr val="tx1"/>
          </a:solidFill>
          <a:latin typeface="+mn-lt"/>
          <a:ea typeface="+mn-ea"/>
          <a:cs typeface="+mn-cs"/>
        </a:defRPr>
      </a:lvl4pPr>
      <a:lvl5pPr marL="1799905" algn="l" defTabSz="899952" rtl="0" eaLnBrk="1" latinLnBrk="0" hangingPunct="1">
        <a:defRPr sz="1772" kern="1200">
          <a:solidFill>
            <a:schemeClr val="tx1"/>
          </a:solidFill>
          <a:latin typeface="+mn-lt"/>
          <a:ea typeface="+mn-ea"/>
          <a:cs typeface="+mn-cs"/>
        </a:defRPr>
      </a:lvl5pPr>
      <a:lvl6pPr marL="2249881" algn="l" defTabSz="899952" rtl="0" eaLnBrk="1" latinLnBrk="0" hangingPunct="1">
        <a:defRPr sz="1772" kern="1200">
          <a:solidFill>
            <a:schemeClr val="tx1"/>
          </a:solidFill>
          <a:latin typeface="+mn-lt"/>
          <a:ea typeface="+mn-ea"/>
          <a:cs typeface="+mn-cs"/>
        </a:defRPr>
      </a:lvl6pPr>
      <a:lvl7pPr marL="2699857" algn="l" defTabSz="899952" rtl="0" eaLnBrk="1" latinLnBrk="0" hangingPunct="1">
        <a:defRPr sz="1772" kern="1200">
          <a:solidFill>
            <a:schemeClr val="tx1"/>
          </a:solidFill>
          <a:latin typeface="+mn-lt"/>
          <a:ea typeface="+mn-ea"/>
          <a:cs typeface="+mn-cs"/>
        </a:defRPr>
      </a:lvl7pPr>
      <a:lvl8pPr marL="3149834" algn="l" defTabSz="899952" rtl="0" eaLnBrk="1" latinLnBrk="0" hangingPunct="1">
        <a:defRPr sz="1772" kern="1200">
          <a:solidFill>
            <a:schemeClr val="tx1"/>
          </a:solidFill>
          <a:latin typeface="+mn-lt"/>
          <a:ea typeface="+mn-ea"/>
          <a:cs typeface="+mn-cs"/>
        </a:defRPr>
      </a:lvl8pPr>
      <a:lvl9pPr marL="3599810" algn="l" defTabSz="899952" rtl="0" eaLnBrk="1" latinLnBrk="0" hangingPunct="1">
        <a:defRPr sz="177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fik 5" descr="Ein Bild, das Text, Screenshot, Schrift, Zahl enthält.&#10;&#10;KI-generierte Inhalte können fehlerhaft sein.">
            <a:extLst>
              <a:ext uri="{FF2B5EF4-FFF2-40B4-BE49-F238E27FC236}">
                <a16:creationId xmlns:a16="http://schemas.microsoft.com/office/drawing/2014/main" id="{30C5A868-E5F6-4434-DEE9-7ED395680A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"/>
            <a:ext cx="8999538" cy="12598400"/>
          </a:xfrm>
          <a:prstGeom prst="rect">
            <a:avLst/>
          </a:prstGeom>
        </p:spPr>
      </p:pic>
      <p:pic>
        <p:nvPicPr>
          <p:cNvPr id="10" name="Grafik 9" descr="Ein Bild, das Gemüse, Erbse, Hülsenfrucht enthält.&#10;&#10;KI-generierte Inhalte können fehlerhaft sein.">
            <a:extLst>
              <a:ext uri="{FF2B5EF4-FFF2-40B4-BE49-F238E27FC236}">
                <a16:creationId xmlns:a16="http://schemas.microsoft.com/office/drawing/2014/main" id="{D36D8DF9-39F4-AD6C-CFD7-B0122004E32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379" t="19372" r="50000" b="19791"/>
          <a:stretch>
            <a:fillRect/>
          </a:stretch>
        </p:blipFill>
        <p:spPr>
          <a:xfrm>
            <a:off x="0" y="420116"/>
            <a:ext cx="1210595" cy="1769498"/>
          </a:xfrm>
          <a:prstGeom prst="rect">
            <a:avLst/>
          </a:prstGeom>
        </p:spPr>
      </p:pic>
      <p:pic>
        <p:nvPicPr>
          <p:cNvPr id="13" name="Grafik 12" descr="Ein Bild, das Gemüse, Erbse, Hülsenfrucht enthält.&#10;&#10;KI-generierte Inhalte können fehlerhaft sein.">
            <a:extLst>
              <a:ext uri="{FF2B5EF4-FFF2-40B4-BE49-F238E27FC236}">
                <a16:creationId xmlns:a16="http://schemas.microsoft.com/office/drawing/2014/main" id="{53CE0ED0-7094-F4F3-50C5-6971E23A57D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731" t="18644" r="5101" b="20338"/>
          <a:stretch>
            <a:fillRect/>
          </a:stretch>
        </p:blipFill>
        <p:spPr>
          <a:xfrm>
            <a:off x="7701747" y="355183"/>
            <a:ext cx="1297791" cy="1834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7020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D7E4E8-E291-4580-0A90-E13270F985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 descr="Ein Bild, das Text, Screenshot, Display, parallel enthält.&#10;&#10;KI-generierte Inhalte können fehlerhaft sein.">
            <a:extLst>
              <a:ext uri="{FF2B5EF4-FFF2-40B4-BE49-F238E27FC236}">
                <a16:creationId xmlns:a16="http://schemas.microsoft.com/office/drawing/2014/main" id="{8394A89B-D5E6-159C-96DB-FA6DA56E12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73" y="0"/>
            <a:ext cx="8964800" cy="12598400"/>
          </a:xfrm>
          <a:prstGeom prst="rect">
            <a:avLst/>
          </a:prstGeom>
        </p:spPr>
      </p:pic>
      <p:pic>
        <p:nvPicPr>
          <p:cNvPr id="5" name="Grafik 4" descr="Ein Bild, das Naturkost, Frucht, Produkt, Vollwertkost enthält.&#10;&#10;KI-generierte Inhalte können fehlerhaft sein.">
            <a:extLst>
              <a:ext uri="{FF2B5EF4-FFF2-40B4-BE49-F238E27FC236}">
                <a16:creationId xmlns:a16="http://schemas.microsoft.com/office/drawing/2014/main" id="{F0A5EA82-ED08-7994-F874-D39A9723FDB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383" b="27382"/>
          <a:stretch>
            <a:fillRect/>
          </a:stretch>
        </p:blipFill>
        <p:spPr>
          <a:xfrm>
            <a:off x="17371" y="7343723"/>
            <a:ext cx="8938691" cy="5294872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0462035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0580A-907B-6B02-20D8-E731F0C398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 descr="Ein Bild, das Text, Elektronik, Screenshot, Display enthält.&#10;&#10;KI-generierte Inhalte können fehlerhaft sein.">
            <a:extLst>
              <a:ext uri="{FF2B5EF4-FFF2-40B4-BE49-F238E27FC236}">
                <a16:creationId xmlns:a16="http://schemas.microsoft.com/office/drawing/2014/main" id="{C315ABE3-AC9D-7C51-D62B-C692ADD247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486" y="-3268"/>
            <a:ext cx="8912581" cy="12601668"/>
          </a:xfrm>
          <a:prstGeom prst="rect">
            <a:avLst/>
          </a:prstGeom>
        </p:spPr>
      </p:pic>
      <p:pic>
        <p:nvPicPr>
          <p:cNvPr id="7" name="Grafik 6" descr="Ein Bild, das Zeichnung, Entwurf, Pflanze, Design enthält.&#10;&#10;KI-generierte Inhalte können fehlerhaft sein.">
            <a:extLst>
              <a:ext uri="{FF2B5EF4-FFF2-40B4-BE49-F238E27FC236}">
                <a16:creationId xmlns:a16="http://schemas.microsoft.com/office/drawing/2014/main" id="{F2B484F2-8EDE-EBAB-250C-2265237D196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394" r="22983"/>
          <a:stretch>
            <a:fillRect/>
          </a:stretch>
        </p:blipFill>
        <p:spPr>
          <a:xfrm>
            <a:off x="5576531" y="9228399"/>
            <a:ext cx="1586780" cy="2852726"/>
          </a:xfrm>
          <a:prstGeom prst="rect">
            <a:avLst/>
          </a:prstGeom>
        </p:spPr>
      </p:pic>
      <p:pic>
        <p:nvPicPr>
          <p:cNvPr id="8" name="Picture 2">
            <a:extLst>
              <a:ext uri="{FF2B5EF4-FFF2-40B4-BE49-F238E27FC236}">
                <a16:creationId xmlns:a16="http://schemas.microsoft.com/office/drawing/2014/main" id="{6A42DDE0-87F1-E870-590B-5947BC001C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6230" y="9228401"/>
            <a:ext cx="2005985" cy="27201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feld 8">
            <a:extLst>
              <a:ext uri="{FF2B5EF4-FFF2-40B4-BE49-F238E27FC236}">
                <a16:creationId xmlns:a16="http://schemas.microsoft.com/office/drawing/2014/main" id="{AF4192E2-D5F7-F14D-E2EB-A8FAF14C2A5B}"/>
              </a:ext>
            </a:extLst>
          </p:cNvPr>
          <p:cNvSpPr txBox="1"/>
          <p:nvPr/>
        </p:nvSpPr>
        <p:spPr>
          <a:xfrm>
            <a:off x="1700451" y="11969568"/>
            <a:ext cx="2177647" cy="3417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621" dirty="0"/>
              <a:t>Gregor Johann Mendel</a:t>
            </a:r>
          </a:p>
        </p:txBody>
      </p:sp>
    </p:spTree>
    <p:extLst>
      <p:ext uri="{BB962C8B-B14F-4D97-AF65-F5344CB8AC3E}">
        <p14:creationId xmlns:p14="http://schemas.microsoft.com/office/powerpoint/2010/main" val="38831343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F4A415-D7E7-476A-4BC1-845EA3E15E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 descr="Ein Bild, das Text, Screenshot, Schrift, Zahl enthält.&#10;&#10;KI-generierte Inhalte können fehlerhaft sein.">
            <a:extLst>
              <a:ext uri="{FF2B5EF4-FFF2-40B4-BE49-F238E27FC236}">
                <a16:creationId xmlns:a16="http://schemas.microsoft.com/office/drawing/2014/main" id="{E2EE2536-9ACE-DD56-069A-D422445980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486" y="-3268"/>
            <a:ext cx="8912581" cy="12604936"/>
          </a:xfrm>
          <a:prstGeom prst="rect">
            <a:avLst/>
          </a:prstGeom>
        </p:spPr>
      </p:pic>
      <p:pic>
        <p:nvPicPr>
          <p:cNvPr id="4" name="Grafik 3" descr="Ein Bild, das Gemüse, Erbse, Hülsenfrucht enthält.&#10;&#10;KI-generierte Inhalte können fehlerhaft sein.">
            <a:extLst>
              <a:ext uri="{FF2B5EF4-FFF2-40B4-BE49-F238E27FC236}">
                <a16:creationId xmlns:a16="http://schemas.microsoft.com/office/drawing/2014/main" id="{C65D91A1-2064-523B-0105-EB43AE61477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379" t="19372" r="50000" b="19791"/>
          <a:stretch>
            <a:fillRect/>
          </a:stretch>
        </p:blipFill>
        <p:spPr>
          <a:xfrm>
            <a:off x="17372" y="346896"/>
            <a:ext cx="1210595" cy="1769498"/>
          </a:xfrm>
          <a:prstGeom prst="rect">
            <a:avLst/>
          </a:prstGeom>
        </p:spPr>
      </p:pic>
      <p:pic>
        <p:nvPicPr>
          <p:cNvPr id="5" name="Grafik 4" descr="Ein Bild, das Gemüse, Erbse, Hülsenfrucht enthält.&#10;&#10;KI-generierte Inhalte können fehlerhaft sein.">
            <a:extLst>
              <a:ext uri="{FF2B5EF4-FFF2-40B4-BE49-F238E27FC236}">
                <a16:creationId xmlns:a16="http://schemas.microsoft.com/office/drawing/2014/main" id="{05700A81-EEA5-1E5D-128B-4DBD8961F82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731" t="18644" r="5101" b="20338"/>
          <a:stretch>
            <a:fillRect/>
          </a:stretch>
        </p:blipFill>
        <p:spPr>
          <a:xfrm>
            <a:off x="7684381" y="281967"/>
            <a:ext cx="1297791" cy="1834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75587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E9B4FF-C5DD-E5A9-4DEB-DDFA4F40E9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 descr="Ein Bild, das Text, Screenshot, Schrift, Zahl enthält.&#10;&#10;KI-generierte Inhalte können fehlerhaft sein.">
            <a:extLst>
              <a:ext uri="{FF2B5EF4-FFF2-40B4-BE49-F238E27FC236}">
                <a16:creationId xmlns:a16="http://schemas.microsoft.com/office/drawing/2014/main" id="{253E22A5-7DEF-08E3-31EF-2176731925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486" y="-3268"/>
            <a:ext cx="8912581" cy="12604936"/>
          </a:xfrm>
          <a:prstGeom prst="rect">
            <a:avLst/>
          </a:prstGeom>
        </p:spPr>
      </p:pic>
      <p:pic>
        <p:nvPicPr>
          <p:cNvPr id="4" name="Grafik 3" descr="Ein Bild, das Gemüse, Erbse, Hülsenfrucht enthält.&#10;&#10;KI-generierte Inhalte können fehlerhaft sein.">
            <a:extLst>
              <a:ext uri="{FF2B5EF4-FFF2-40B4-BE49-F238E27FC236}">
                <a16:creationId xmlns:a16="http://schemas.microsoft.com/office/drawing/2014/main" id="{FEADE8E3-3366-7A3F-BE52-8289D54F438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379" t="19372" r="50000" b="19791"/>
          <a:stretch>
            <a:fillRect/>
          </a:stretch>
        </p:blipFill>
        <p:spPr>
          <a:xfrm>
            <a:off x="17372" y="346896"/>
            <a:ext cx="1210595" cy="1769498"/>
          </a:xfrm>
          <a:prstGeom prst="rect">
            <a:avLst/>
          </a:prstGeom>
        </p:spPr>
      </p:pic>
      <p:pic>
        <p:nvPicPr>
          <p:cNvPr id="5" name="Grafik 4" descr="Ein Bild, das Gemüse, Erbse, Hülsenfrucht enthält.&#10;&#10;KI-generierte Inhalte können fehlerhaft sein.">
            <a:extLst>
              <a:ext uri="{FF2B5EF4-FFF2-40B4-BE49-F238E27FC236}">
                <a16:creationId xmlns:a16="http://schemas.microsoft.com/office/drawing/2014/main" id="{EBC18D21-E073-DB80-FCBA-F70F792EF4B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731" t="18644" r="5101" b="20338"/>
          <a:stretch>
            <a:fillRect/>
          </a:stretch>
        </p:blipFill>
        <p:spPr>
          <a:xfrm>
            <a:off x="7684381" y="281967"/>
            <a:ext cx="1297791" cy="1834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68725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3</Words>
  <Application>Microsoft Office PowerPoint</Application>
  <PresentationFormat>Benutzerdefiniert</PresentationFormat>
  <Paragraphs>1</Paragraphs>
  <Slides>5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christopher hering</dc:creator>
  <cp:lastModifiedBy>christopher hering</cp:lastModifiedBy>
  <cp:revision>1</cp:revision>
  <dcterms:created xsi:type="dcterms:W3CDTF">2026-02-04T20:09:38Z</dcterms:created>
  <dcterms:modified xsi:type="dcterms:W3CDTF">2026-02-04T20:35:02Z</dcterms:modified>
</cp:coreProperties>
</file>